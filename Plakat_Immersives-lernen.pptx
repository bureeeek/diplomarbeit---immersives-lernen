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57" r:id="rId5"/>
  </p:sldIdLst>
  <p:sldSz cx="21383625" cy="30275213"/>
  <p:notesSz cx="6858000" cy="9144000"/>
  <p:defaultTextStyle>
    <a:defPPr>
      <a:defRPr lang="de-DE"/>
    </a:defPPr>
    <a:lvl1pPr marL="0" algn="l" defTabSz="2479578" rtl="0" eaLnBrk="1" latinLnBrk="0" hangingPunct="1">
      <a:defRPr sz="4881" kern="1200">
        <a:solidFill>
          <a:schemeClr val="tx1"/>
        </a:solidFill>
        <a:latin typeface="+mn-lt"/>
        <a:ea typeface="+mn-ea"/>
        <a:cs typeface="+mn-cs"/>
      </a:defRPr>
    </a:lvl1pPr>
    <a:lvl2pPr marL="1239789" algn="l" defTabSz="2479578" rtl="0" eaLnBrk="1" latinLnBrk="0" hangingPunct="1">
      <a:defRPr sz="4881" kern="1200">
        <a:solidFill>
          <a:schemeClr val="tx1"/>
        </a:solidFill>
        <a:latin typeface="+mn-lt"/>
        <a:ea typeface="+mn-ea"/>
        <a:cs typeface="+mn-cs"/>
      </a:defRPr>
    </a:lvl2pPr>
    <a:lvl3pPr marL="2479578" algn="l" defTabSz="2479578" rtl="0" eaLnBrk="1" latinLnBrk="0" hangingPunct="1">
      <a:defRPr sz="4881" kern="1200">
        <a:solidFill>
          <a:schemeClr val="tx1"/>
        </a:solidFill>
        <a:latin typeface="+mn-lt"/>
        <a:ea typeface="+mn-ea"/>
        <a:cs typeface="+mn-cs"/>
      </a:defRPr>
    </a:lvl3pPr>
    <a:lvl4pPr marL="3719368" algn="l" defTabSz="2479578" rtl="0" eaLnBrk="1" latinLnBrk="0" hangingPunct="1">
      <a:defRPr sz="4881" kern="1200">
        <a:solidFill>
          <a:schemeClr val="tx1"/>
        </a:solidFill>
        <a:latin typeface="+mn-lt"/>
        <a:ea typeface="+mn-ea"/>
        <a:cs typeface="+mn-cs"/>
      </a:defRPr>
    </a:lvl4pPr>
    <a:lvl5pPr marL="4959157" algn="l" defTabSz="2479578" rtl="0" eaLnBrk="1" latinLnBrk="0" hangingPunct="1">
      <a:defRPr sz="4881" kern="1200">
        <a:solidFill>
          <a:schemeClr val="tx1"/>
        </a:solidFill>
        <a:latin typeface="+mn-lt"/>
        <a:ea typeface="+mn-ea"/>
        <a:cs typeface="+mn-cs"/>
      </a:defRPr>
    </a:lvl5pPr>
    <a:lvl6pPr marL="6198946" algn="l" defTabSz="2479578" rtl="0" eaLnBrk="1" latinLnBrk="0" hangingPunct="1">
      <a:defRPr sz="4881" kern="1200">
        <a:solidFill>
          <a:schemeClr val="tx1"/>
        </a:solidFill>
        <a:latin typeface="+mn-lt"/>
        <a:ea typeface="+mn-ea"/>
        <a:cs typeface="+mn-cs"/>
      </a:defRPr>
    </a:lvl6pPr>
    <a:lvl7pPr marL="7438735" algn="l" defTabSz="2479578" rtl="0" eaLnBrk="1" latinLnBrk="0" hangingPunct="1">
      <a:defRPr sz="4881" kern="1200">
        <a:solidFill>
          <a:schemeClr val="tx1"/>
        </a:solidFill>
        <a:latin typeface="+mn-lt"/>
        <a:ea typeface="+mn-ea"/>
        <a:cs typeface="+mn-cs"/>
      </a:defRPr>
    </a:lvl7pPr>
    <a:lvl8pPr marL="8678525" algn="l" defTabSz="2479578" rtl="0" eaLnBrk="1" latinLnBrk="0" hangingPunct="1">
      <a:defRPr sz="4881" kern="1200">
        <a:solidFill>
          <a:schemeClr val="tx1"/>
        </a:solidFill>
        <a:latin typeface="+mn-lt"/>
        <a:ea typeface="+mn-ea"/>
        <a:cs typeface="+mn-cs"/>
      </a:defRPr>
    </a:lvl8pPr>
    <a:lvl9pPr marL="9918314" algn="l" defTabSz="2479578" rtl="0" eaLnBrk="1" latinLnBrk="0" hangingPunct="1">
      <a:defRPr sz="488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BC34A"/>
    <a:srgbClr val="74CB00"/>
    <a:srgbClr val="81C784"/>
    <a:srgbClr val="388E3C"/>
    <a:srgbClr val="76CB01"/>
    <a:srgbClr val="73CC00"/>
    <a:srgbClr val="4CAF50"/>
    <a:srgbClr val="13B90B"/>
    <a:srgbClr val="109B09"/>
    <a:srgbClr val="27AF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F5125F-A9A3-431F-86CB-7CBA20850AED}" v="4" dt="2025-11-12T13:08:13.748"/>
    <p1510:client id="{76F01887-B0E4-4EF0-9EE5-826B686A8C51}" v="638" dt="2025-11-12T14:11:18.714"/>
    <p1510:client id="{EEDFE442-C98F-4F3C-AE37-4E874594DD03}" v="45" dt="2025-11-12T20:32:54.3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2" d="100"/>
          <a:sy n="32" d="100"/>
        </p:scale>
        <p:origin x="1836" y="-12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3772" y="4954765"/>
            <a:ext cx="18176081" cy="10540259"/>
          </a:xfrm>
        </p:spPr>
        <p:txBody>
          <a:bodyPr anchor="b"/>
          <a:lstStyle>
            <a:lvl1pPr algn="ctr">
              <a:defRPr sz="14031"/>
            </a:lvl1pPr>
          </a:lstStyle>
          <a:p>
            <a:r>
              <a:rPr lang="de-AT"/>
              <a:t>Mastertitelformat bearbeiten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2953" y="15901497"/>
            <a:ext cx="16037719" cy="7309499"/>
          </a:xfrm>
        </p:spPr>
        <p:txBody>
          <a:bodyPr/>
          <a:lstStyle>
            <a:lvl1pPr marL="0" indent="0" algn="ctr">
              <a:buNone/>
              <a:defRPr sz="5612"/>
            </a:lvl1pPr>
            <a:lvl2pPr marL="1069162" indent="0" algn="ctr">
              <a:buNone/>
              <a:defRPr sz="4677"/>
            </a:lvl2pPr>
            <a:lvl3pPr marL="2138324" indent="0" algn="ctr">
              <a:buNone/>
              <a:defRPr sz="4209"/>
            </a:lvl3pPr>
            <a:lvl4pPr marL="3207487" indent="0" algn="ctr">
              <a:buNone/>
              <a:defRPr sz="3742"/>
            </a:lvl4pPr>
            <a:lvl5pPr marL="4276649" indent="0" algn="ctr">
              <a:buNone/>
              <a:defRPr sz="3742"/>
            </a:lvl5pPr>
            <a:lvl6pPr marL="5345811" indent="0" algn="ctr">
              <a:buNone/>
              <a:defRPr sz="3742"/>
            </a:lvl6pPr>
            <a:lvl7pPr marL="6414973" indent="0" algn="ctr">
              <a:buNone/>
              <a:defRPr sz="3742"/>
            </a:lvl7pPr>
            <a:lvl8pPr marL="7484135" indent="0" algn="ctr">
              <a:buNone/>
              <a:defRPr sz="3742"/>
            </a:lvl8pPr>
            <a:lvl9pPr marL="8553298" indent="0" algn="ctr">
              <a:buNone/>
              <a:defRPr sz="3742"/>
            </a:lvl9pPr>
          </a:lstStyle>
          <a:p>
            <a:r>
              <a:rPr lang="de-AT"/>
              <a:t>Master-Untertitelformat bearbeiten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1F200-9E15-054D-8442-E2DF4E6EAECD}" type="datetimeFigureOut">
              <a:rPr lang="de-DE" smtClean="0"/>
              <a:t>21.11.2025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E9210-667D-3243-8E48-1A35791EF4D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11184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/>
              <a:t>Mastertitelformat bearbeiten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AT"/>
              <a:t>Mastertextformat bearbeiten</a:t>
            </a:r>
          </a:p>
          <a:p>
            <a:pPr lvl="1"/>
            <a:r>
              <a:rPr lang="de-AT"/>
              <a:t>Zweite Ebene</a:t>
            </a:r>
          </a:p>
          <a:p>
            <a:pPr lvl="2"/>
            <a:r>
              <a:rPr lang="de-AT"/>
              <a:t>Dritte Ebene</a:t>
            </a:r>
          </a:p>
          <a:p>
            <a:pPr lvl="3"/>
            <a:r>
              <a:rPr lang="de-AT"/>
              <a:t>Vierte Ebene</a:t>
            </a:r>
          </a:p>
          <a:p>
            <a:pPr lvl="4"/>
            <a:r>
              <a:rPr lang="de-AT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1F200-9E15-054D-8442-E2DF4E6EAECD}" type="datetimeFigureOut">
              <a:rPr lang="de-DE" smtClean="0"/>
              <a:t>21.11.2025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E9210-667D-3243-8E48-1A35791EF4D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37950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8988" y="7547788"/>
            <a:ext cx="18443377" cy="12593645"/>
          </a:xfrm>
        </p:spPr>
        <p:txBody>
          <a:bodyPr anchor="b"/>
          <a:lstStyle>
            <a:lvl1pPr>
              <a:defRPr sz="14031"/>
            </a:lvl1pPr>
          </a:lstStyle>
          <a:p>
            <a:r>
              <a:rPr lang="de-AT"/>
              <a:t>Mastertitelformat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8988" y="20260574"/>
            <a:ext cx="18443377" cy="6622701"/>
          </a:xfrm>
        </p:spPr>
        <p:txBody>
          <a:bodyPr/>
          <a:lstStyle>
            <a:lvl1pPr marL="0" indent="0">
              <a:buNone/>
              <a:defRPr sz="5612">
                <a:solidFill>
                  <a:schemeClr val="tx1"/>
                </a:solidFill>
              </a:defRPr>
            </a:lvl1pPr>
            <a:lvl2pPr marL="1069162" indent="0">
              <a:buNone/>
              <a:defRPr sz="4677">
                <a:solidFill>
                  <a:schemeClr val="tx1">
                    <a:tint val="75000"/>
                  </a:schemeClr>
                </a:solidFill>
              </a:defRPr>
            </a:lvl2pPr>
            <a:lvl3pPr marL="2138324" indent="0">
              <a:buNone/>
              <a:defRPr sz="4209">
                <a:solidFill>
                  <a:schemeClr val="tx1">
                    <a:tint val="75000"/>
                  </a:schemeClr>
                </a:solidFill>
              </a:defRPr>
            </a:lvl3pPr>
            <a:lvl4pPr marL="3207487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4pPr>
            <a:lvl5pPr marL="4276649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5pPr>
            <a:lvl6pPr marL="5345811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6pPr>
            <a:lvl7pPr marL="6414973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7pPr>
            <a:lvl8pPr marL="7484135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8pPr>
            <a:lvl9pPr marL="8553298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AT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1F200-9E15-054D-8442-E2DF4E6EAECD}" type="datetimeFigureOut">
              <a:rPr lang="de-DE" smtClean="0"/>
              <a:t>21.11.2025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E9210-667D-3243-8E48-1A35791EF4D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0613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/>
              <a:t>Mastertitelformat bearbeiten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0124" y="8059374"/>
            <a:ext cx="9088041" cy="19209345"/>
          </a:xfrm>
        </p:spPr>
        <p:txBody>
          <a:bodyPr/>
          <a:lstStyle/>
          <a:p>
            <a:pPr lvl="0"/>
            <a:r>
              <a:rPr lang="de-AT"/>
              <a:t>Mastertextformat bearbeiten</a:t>
            </a:r>
          </a:p>
          <a:p>
            <a:pPr lvl="1"/>
            <a:r>
              <a:rPr lang="de-AT"/>
              <a:t>Zweite Ebene</a:t>
            </a:r>
          </a:p>
          <a:p>
            <a:pPr lvl="2"/>
            <a:r>
              <a:rPr lang="de-AT"/>
              <a:t>Dritte Ebene</a:t>
            </a:r>
          </a:p>
          <a:p>
            <a:pPr lvl="3"/>
            <a:r>
              <a:rPr lang="de-AT"/>
              <a:t>Vierte Ebene</a:t>
            </a:r>
          </a:p>
          <a:p>
            <a:pPr lvl="4"/>
            <a:r>
              <a:rPr lang="de-AT"/>
              <a:t>Fünfte Ebene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25460" y="8059374"/>
            <a:ext cx="9088041" cy="19209345"/>
          </a:xfrm>
        </p:spPr>
        <p:txBody>
          <a:bodyPr/>
          <a:lstStyle/>
          <a:p>
            <a:pPr lvl="0"/>
            <a:r>
              <a:rPr lang="de-AT"/>
              <a:t>Mastertextformat bearbeiten</a:t>
            </a:r>
          </a:p>
          <a:p>
            <a:pPr lvl="1"/>
            <a:r>
              <a:rPr lang="de-AT"/>
              <a:t>Zweite Ebene</a:t>
            </a:r>
          </a:p>
          <a:p>
            <a:pPr lvl="2"/>
            <a:r>
              <a:rPr lang="de-AT"/>
              <a:t>Dritte Ebene</a:t>
            </a:r>
          </a:p>
          <a:p>
            <a:pPr lvl="3"/>
            <a:r>
              <a:rPr lang="de-AT"/>
              <a:t>Vierte Ebene</a:t>
            </a:r>
          </a:p>
          <a:p>
            <a:pPr lvl="4"/>
            <a:r>
              <a:rPr lang="de-AT"/>
              <a:t>Fünfte Ebene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1F200-9E15-054D-8442-E2DF4E6EAECD}" type="datetimeFigureOut">
              <a:rPr lang="de-DE" smtClean="0"/>
              <a:t>21.11.2025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E9210-667D-3243-8E48-1A35791EF4D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7294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1611882"/>
            <a:ext cx="18443377" cy="5851808"/>
          </a:xfrm>
        </p:spPr>
        <p:txBody>
          <a:bodyPr/>
          <a:lstStyle/>
          <a:p>
            <a:r>
              <a:rPr lang="de-AT"/>
              <a:t>Mastertitelformat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2912" y="7421634"/>
            <a:ext cx="9046274" cy="3637228"/>
          </a:xfrm>
        </p:spPr>
        <p:txBody>
          <a:bodyPr anchor="b"/>
          <a:lstStyle>
            <a:lvl1pPr marL="0" indent="0">
              <a:buNone/>
              <a:defRPr sz="5612" b="1"/>
            </a:lvl1pPr>
            <a:lvl2pPr marL="1069162" indent="0">
              <a:buNone/>
              <a:defRPr sz="4677" b="1"/>
            </a:lvl2pPr>
            <a:lvl3pPr marL="2138324" indent="0">
              <a:buNone/>
              <a:defRPr sz="4209" b="1"/>
            </a:lvl3pPr>
            <a:lvl4pPr marL="3207487" indent="0">
              <a:buNone/>
              <a:defRPr sz="3742" b="1"/>
            </a:lvl4pPr>
            <a:lvl5pPr marL="4276649" indent="0">
              <a:buNone/>
              <a:defRPr sz="3742" b="1"/>
            </a:lvl5pPr>
            <a:lvl6pPr marL="5345811" indent="0">
              <a:buNone/>
              <a:defRPr sz="3742" b="1"/>
            </a:lvl6pPr>
            <a:lvl7pPr marL="6414973" indent="0">
              <a:buNone/>
              <a:defRPr sz="3742" b="1"/>
            </a:lvl7pPr>
            <a:lvl8pPr marL="7484135" indent="0">
              <a:buNone/>
              <a:defRPr sz="3742" b="1"/>
            </a:lvl8pPr>
            <a:lvl9pPr marL="8553298" indent="0">
              <a:buNone/>
              <a:defRPr sz="3742" b="1"/>
            </a:lvl9pPr>
          </a:lstStyle>
          <a:p>
            <a:pPr lvl="0"/>
            <a:r>
              <a:rPr lang="de-AT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72912" y="11058863"/>
            <a:ext cx="9046274" cy="16265921"/>
          </a:xfrm>
        </p:spPr>
        <p:txBody>
          <a:bodyPr/>
          <a:lstStyle/>
          <a:p>
            <a:pPr lvl="0"/>
            <a:r>
              <a:rPr lang="de-AT"/>
              <a:t>Mastertextformat bearbeiten</a:t>
            </a:r>
          </a:p>
          <a:p>
            <a:pPr lvl="1"/>
            <a:r>
              <a:rPr lang="de-AT"/>
              <a:t>Zweite Ebene</a:t>
            </a:r>
          </a:p>
          <a:p>
            <a:pPr lvl="2"/>
            <a:r>
              <a:rPr lang="de-AT"/>
              <a:t>Dritte Ebene</a:t>
            </a:r>
          </a:p>
          <a:p>
            <a:pPr lvl="3"/>
            <a:r>
              <a:rPr lang="de-AT"/>
              <a:t>Vierte Ebene</a:t>
            </a:r>
          </a:p>
          <a:p>
            <a:pPr lvl="4"/>
            <a:r>
              <a:rPr lang="de-AT"/>
              <a:t>Fünfte Ebene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825461" y="7421634"/>
            <a:ext cx="9090826" cy="3637228"/>
          </a:xfrm>
        </p:spPr>
        <p:txBody>
          <a:bodyPr anchor="b"/>
          <a:lstStyle>
            <a:lvl1pPr marL="0" indent="0">
              <a:buNone/>
              <a:defRPr sz="5612" b="1"/>
            </a:lvl1pPr>
            <a:lvl2pPr marL="1069162" indent="0">
              <a:buNone/>
              <a:defRPr sz="4677" b="1"/>
            </a:lvl2pPr>
            <a:lvl3pPr marL="2138324" indent="0">
              <a:buNone/>
              <a:defRPr sz="4209" b="1"/>
            </a:lvl3pPr>
            <a:lvl4pPr marL="3207487" indent="0">
              <a:buNone/>
              <a:defRPr sz="3742" b="1"/>
            </a:lvl4pPr>
            <a:lvl5pPr marL="4276649" indent="0">
              <a:buNone/>
              <a:defRPr sz="3742" b="1"/>
            </a:lvl5pPr>
            <a:lvl6pPr marL="5345811" indent="0">
              <a:buNone/>
              <a:defRPr sz="3742" b="1"/>
            </a:lvl6pPr>
            <a:lvl7pPr marL="6414973" indent="0">
              <a:buNone/>
              <a:defRPr sz="3742" b="1"/>
            </a:lvl7pPr>
            <a:lvl8pPr marL="7484135" indent="0">
              <a:buNone/>
              <a:defRPr sz="3742" b="1"/>
            </a:lvl8pPr>
            <a:lvl9pPr marL="8553298" indent="0">
              <a:buNone/>
              <a:defRPr sz="3742" b="1"/>
            </a:lvl9pPr>
          </a:lstStyle>
          <a:p>
            <a:pPr lvl="0"/>
            <a:r>
              <a:rPr lang="de-AT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825461" y="11058863"/>
            <a:ext cx="9090826" cy="16265921"/>
          </a:xfrm>
        </p:spPr>
        <p:txBody>
          <a:bodyPr/>
          <a:lstStyle/>
          <a:p>
            <a:pPr lvl="0"/>
            <a:r>
              <a:rPr lang="de-AT"/>
              <a:t>Mastertextformat bearbeiten</a:t>
            </a:r>
          </a:p>
          <a:p>
            <a:pPr lvl="1"/>
            <a:r>
              <a:rPr lang="de-AT"/>
              <a:t>Zweite Ebene</a:t>
            </a:r>
          </a:p>
          <a:p>
            <a:pPr lvl="2"/>
            <a:r>
              <a:rPr lang="de-AT"/>
              <a:t>Dritte Ebene</a:t>
            </a:r>
          </a:p>
          <a:p>
            <a:pPr lvl="3"/>
            <a:r>
              <a:rPr lang="de-AT"/>
              <a:t>Vierte Ebene</a:t>
            </a:r>
          </a:p>
          <a:p>
            <a:pPr lvl="4"/>
            <a:r>
              <a:rPr lang="de-AT"/>
              <a:t>Fünfte Ebene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1F200-9E15-054D-8442-E2DF4E6EAECD}" type="datetimeFigureOut">
              <a:rPr lang="de-DE" smtClean="0"/>
              <a:t>21.11.2025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E9210-667D-3243-8E48-1A35791EF4D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324357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/>
              <a:t>Mastertitelformat bearbeiten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1F200-9E15-054D-8442-E2DF4E6EAECD}" type="datetimeFigureOut">
              <a:rPr lang="de-DE" smtClean="0"/>
              <a:t>21.11.2025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E9210-667D-3243-8E48-1A35791EF4D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9002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1F200-9E15-054D-8442-E2DF4E6EAECD}" type="datetimeFigureOut">
              <a:rPr lang="de-DE" smtClean="0"/>
              <a:t>21.11.2025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E9210-667D-3243-8E48-1A35791EF4D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10827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2018348"/>
            <a:ext cx="6896776" cy="7064216"/>
          </a:xfrm>
        </p:spPr>
        <p:txBody>
          <a:bodyPr anchor="b"/>
          <a:lstStyle>
            <a:lvl1pPr>
              <a:defRPr sz="7483"/>
            </a:lvl1pPr>
          </a:lstStyle>
          <a:p>
            <a:r>
              <a:rPr lang="de-AT"/>
              <a:t>Mastertitelformat bearbeiten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90826" y="4359077"/>
            <a:ext cx="10825460" cy="21515024"/>
          </a:xfrm>
        </p:spPr>
        <p:txBody>
          <a:bodyPr/>
          <a:lstStyle>
            <a:lvl1pPr>
              <a:defRPr sz="7483"/>
            </a:lvl1pPr>
            <a:lvl2pPr>
              <a:defRPr sz="6548"/>
            </a:lvl2pPr>
            <a:lvl3pPr>
              <a:defRPr sz="5612"/>
            </a:lvl3pPr>
            <a:lvl4pPr>
              <a:defRPr sz="4677"/>
            </a:lvl4pPr>
            <a:lvl5pPr>
              <a:defRPr sz="4677"/>
            </a:lvl5pPr>
            <a:lvl6pPr>
              <a:defRPr sz="4677"/>
            </a:lvl6pPr>
            <a:lvl7pPr>
              <a:defRPr sz="4677"/>
            </a:lvl7pPr>
            <a:lvl8pPr>
              <a:defRPr sz="4677"/>
            </a:lvl8pPr>
            <a:lvl9pPr>
              <a:defRPr sz="4677"/>
            </a:lvl9pPr>
          </a:lstStyle>
          <a:p>
            <a:pPr lvl="0"/>
            <a:r>
              <a:rPr lang="de-AT"/>
              <a:t>Mastertextformat bearbeiten</a:t>
            </a:r>
          </a:p>
          <a:p>
            <a:pPr lvl="1"/>
            <a:r>
              <a:rPr lang="de-AT"/>
              <a:t>Zweite Ebene</a:t>
            </a:r>
          </a:p>
          <a:p>
            <a:pPr lvl="2"/>
            <a:r>
              <a:rPr lang="de-AT"/>
              <a:t>Dritte Ebene</a:t>
            </a:r>
          </a:p>
          <a:p>
            <a:pPr lvl="3"/>
            <a:r>
              <a:rPr lang="de-AT"/>
              <a:t>Vierte Ebene</a:t>
            </a:r>
          </a:p>
          <a:p>
            <a:pPr lvl="4"/>
            <a:r>
              <a:rPr lang="de-AT"/>
              <a:t>Fünfte Ebene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09" y="9082564"/>
            <a:ext cx="6896776" cy="16826573"/>
          </a:xfrm>
        </p:spPr>
        <p:txBody>
          <a:bodyPr/>
          <a:lstStyle>
            <a:lvl1pPr marL="0" indent="0">
              <a:buNone/>
              <a:defRPr sz="3742"/>
            </a:lvl1pPr>
            <a:lvl2pPr marL="1069162" indent="0">
              <a:buNone/>
              <a:defRPr sz="3274"/>
            </a:lvl2pPr>
            <a:lvl3pPr marL="2138324" indent="0">
              <a:buNone/>
              <a:defRPr sz="2806"/>
            </a:lvl3pPr>
            <a:lvl4pPr marL="3207487" indent="0">
              <a:buNone/>
              <a:defRPr sz="2339"/>
            </a:lvl4pPr>
            <a:lvl5pPr marL="4276649" indent="0">
              <a:buNone/>
              <a:defRPr sz="2339"/>
            </a:lvl5pPr>
            <a:lvl6pPr marL="5345811" indent="0">
              <a:buNone/>
              <a:defRPr sz="2339"/>
            </a:lvl6pPr>
            <a:lvl7pPr marL="6414973" indent="0">
              <a:buNone/>
              <a:defRPr sz="2339"/>
            </a:lvl7pPr>
            <a:lvl8pPr marL="7484135" indent="0">
              <a:buNone/>
              <a:defRPr sz="2339"/>
            </a:lvl8pPr>
            <a:lvl9pPr marL="8553298" indent="0">
              <a:buNone/>
              <a:defRPr sz="2339"/>
            </a:lvl9pPr>
          </a:lstStyle>
          <a:p>
            <a:pPr lvl="0"/>
            <a:r>
              <a:rPr lang="de-AT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1F200-9E15-054D-8442-E2DF4E6EAECD}" type="datetimeFigureOut">
              <a:rPr lang="de-DE" smtClean="0"/>
              <a:t>21.11.2025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E9210-667D-3243-8E48-1A35791EF4D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45799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2018348"/>
            <a:ext cx="6896776" cy="7064216"/>
          </a:xfrm>
        </p:spPr>
        <p:txBody>
          <a:bodyPr anchor="b"/>
          <a:lstStyle>
            <a:lvl1pPr>
              <a:defRPr sz="7483"/>
            </a:lvl1pPr>
          </a:lstStyle>
          <a:p>
            <a:r>
              <a:rPr lang="de-AT"/>
              <a:t>Mastertitelformat bearbeiten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090826" y="4359077"/>
            <a:ext cx="10825460" cy="21515024"/>
          </a:xfrm>
        </p:spPr>
        <p:txBody>
          <a:bodyPr anchor="t"/>
          <a:lstStyle>
            <a:lvl1pPr marL="0" indent="0">
              <a:buNone/>
              <a:defRPr sz="7483"/>
            </a:lvl1pPr>
            <a:lvl2pPr marL="1069162" indent="0">
              <a:buNone/>
              <a:defRPr sz="6548"/>
            </a:lvl2pPr>
            <a:lvl3pPr marL="2138324" indent="0">
              <a:buNone/>
              <a:defRPr sz="5612"/>
            </a:lvl3pPr>
            <a:lvl4pPr marL="3207487" indent="0">
              <a:buNone/>
              <a:defRPr sz="4677"/>
            </a:lvl4pPr>
            <a:lvl5pPr marL="4276649" indent="0">
              <a:buNone/>
              <a:defRPr sz="4677"/>
            </a:lvl5pPr>
            <a:lvl6pPr marL="5345811" indent="0">
              <a:buNone/>
              <a:defRPr sz="4677"/>
            </a:lvl6pPr>
            <a:lvl7pPr marL="6414973" indent="0">
              <a:buNone/>
              <a:defRPr sz="4677"/>
            </a:lvl7pPr>
            <a:lvl8pPr marL="7484135" indent="0">
              <a:buNone/>
              <a:defRPr sz="4677"/>
            </a:lvl8pPr>
            <a:lvl9pPr marL="8553298" indent="0">
              <a:buNone/>
              <a:defRPr sz="4677"/>
            </a:lvl9pPr>
          </a:lstStyle>
          <a:p>
            <a:r>
              <a:rPr lang="de-AT"/>
              <a:t>Bild auf Platzhalter ziehen oder durch Klicken auf Symbol hinzufügen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09" y="9082564"/>
            <a:ext cx="6896776" cy="16826573"/>
          </a:xfrm>
        </p:spPr>
        <p:txBody>
          <a:bodyPr/>
          <a:lstStyle>
            <a:lvl1pPr marL="0" indent="0">
              <a:buNone/>
              <a:defRPr sz="3742"/>
            </a:lvl1pPr>
            <a:lvl2pPr marL="1069162" indent="0">
              <a:buNone/>
              <a:defRPr sz="3274"/>
            </a:lvl2pPr>
            <a:lvl3pPr marL="2138324" indent="0">
              <a:buNone/>
              <a:defRPr sz="2806"/>
            </a:lvl3pPr>
            <a:lvl4pPr marL="3207487" indent="0">
              <a:buNone/>
              <a:defRPr sz="2339"/>
            </a:lvl4pPr>
            <a:lvl5pPr marL="4276649" indent="0">
              <a:buNone/>
              <a:defRPr sz="2339"/>
            </a:lvl5pPr>
            <a:lvl6pPr marL="5345811" indent="0">
              <a:buNone/>
              <a:defRPr sz="2339"/>
            </a:lvl6pPr>
            <a:lvl7pPr marL="6414973" indent="0">
              <a:buNone/>
              <a:defRPr sz="2339"/>
            </a:lvl7pPr>
            <a:lvl8pPr marL="7484135" indent="0">
              <a:buNone/>
              <a:defRPr sz="2339"/>
            </a:lvl8pPr>
            <a:lvl9pPr marL="8553298" indent="0">
              <a:buNone/>
              <a:defRPr sz="2339"/>
            </a:lvl9pPr>
          </a:lstStyle>
          <a:p>
            <a:pPr lvl="0"/>
            <a:r>
              <a:rPr lang="de-AT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1F200-9E15-054D-8442-E2DF4E6EAECD}" type="datetimeFigureOut">
              <a:rPr lang="de-DE" smtClean="0"/>
              <a:t>21.11.2025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E9210-667D-3243-8E48-1A35791EF4D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78912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/>
              <a:t>Mastertitelformat bearbeiten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AT"/>
              <a:t>Mastertextformat bearbeiten</a:t>
            </a:r>
          </a:p>
          <a:p>
            <a:pPr lvl="1"/>
            <a:r>
              <a:rPr lang="de-AT"/>
              <a:t>Zweite Ebene</a:t>
            </a:r>
          </a:p>
          <a:p>
            <a:pPr lvl="2"/>
            <a:r>
              <a:rPr lang="de-AT"/>
              <a:t>Dritte Ebene</a:t>
            </a:r>
          </a:p>
          <a:p>
            <a:pPr lvl="3"/>
            <a:r>
              <a:rPr lang="de-AT"/>
              <a:t>Vierte Ebene</a:t>
            </a:r>
          </a:p>
          <a:p>
            <a:pPr lvl="4"/>
            <a:r>
              <a:rPr lang="de-AT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1F200-9E15-054D-8442-E2DF4E6EAECD}" type="datetimeFigureOut">
              <a:rPr lang="de-DE" smtClean="0"/>
              <a:t>21.11.2025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E9210-667D-3243-8E48-1A35791EF4D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22292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302658" y="1611875"/>
            <a:ext cx="4610844" cy="25656844"/>
          </a:xfrm>
        </p:spPr>
        <p:txBody>
          <a:bodyPr vert="eaVert"/>
          <a:lstStyle/>
          <a:p>
            <a:r>
              <a:rPr lang="de-AT"/>
              <a:t>Mastertitelformat bearbeiten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0125" y="1611875"/>
            <a:ext cx="13565237" cy="25656844"/>
          </a:xfrm>
        </p:spPr>
        <p:txBody>
          <a:bodyPr vert="eaVert"/>
          <a:lstStyle/>
          <a:p>
            <a:pPr lvl="0"/>
            <a:r>
              <a:rPr lang="de-AT"/>
              <a:t>Mastertextformat bearbeiten</a:t>
            </a:r>
          </a:p>
          <a:p>
            <a:pPr lvl="1"/>
            <a:r>
              <a:rPr lang="de-AT"/>
              <a:t>Zweite Ebene</a:t>
            </a:r>
          </a:p>
          <a:p>
            <a:pPr lvl="2"/>
            <a:r>
              <a:rPr lang="de-AT"/>
              <a:t>Dritte Ebene</a:t>
            </a:r>
          </a:p>
          <a:p>
            <a:pPr lvl="3"/>
            <a:r>
              <a:rPr lang="de-AT"/>
              <a:t>Vierte Ebene</a:t>
            </a:r>
          </a:p>
          <a:p>
            <a:pPr lvl="4"/>
            <a:r>
              <a:rPr lang="de-AT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1F200-9E15-054D-8442-E2DF4E6EAECD}" type="datetimeFigureOut">
              <a:rPr lang="de-DE" smtClean="0"/>
              <a:t>21.11.2025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E9210-667D-3243-8E48-1A35791EF4D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234718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70124" y="1611882"/>
            <a:ext cx="18443377" cy="58518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AT"/>
              <a:t>Mastertitelformat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0124" y="8059374"/>
            <a:ext cx="18443377" cy="192093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AT"/>
              <a:t>Mastertextformat bearbeiten</a:t>
            </a:r>
          </a:p>
          <a:p>
            <a:pPr lvl="1"/>
            <a:r>
              <a:rPr lang="de-AT"/>
              <a:t>Zweite Ebene</a:t>
            </a:r>
          </a:p>
          <a:p>
            <a:pPr lvl="2"/>
            <a:r>
              <a:rPr lang="de-AT"/>
              <a:t>Dritte Ebene</a:t>
            </a:r>
          </a:p>
          <a:p>
            <a:pPr lvl="3"/>
            <a:r>
              <a:rPr lang="de-AT"/>
              <a:t>Vierte Ebene</a:t>
            </a:r>
          </a:p>
          <a:p>
            <a:pPr lvl="4"/>
            <a:r>
              <a:rPr lang="de-AT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70124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61F200-9E15-054D-8442-E2DF4E6EAECD}" type="datetimeFigureOut">
              <a:rPr lang="de-DE" smtClean="0"/>
              <a:t>21.11.2025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083326" y="28060644"/>
            <a:ext cx="7216973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102185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0E9210-667D-3243-8E48-1A35791EF4D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752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138324" rtl="0" eaLnBrk="1" latinLnBrk="0" hangingPunct="1">
        <a:lnSpc>
          <a:spcPct val="90000"/>
        </a:lnSpc>
        <a:spcBef>
          <a:spcPct val="0"/>
        </a:spcBef>
        <a:buNone/>
        <a:defRPr sz="1028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34581" indent="-534581" algn="l" defTabSz="2138324" rtl="0" eaLnBrk="1" latinLnBrk="0" hangingPunct="1">
        <a:lnSpc>
          <a:spcPct val="90000"/>
        </a:lnSpc>
        <a:spcBef>
          <a:spcPts val="2339"/>
        </a:spcBef>
        <a:buFont typeface="Arial" panose="020B0604020202020204" pitchFamily="34" charset="0"/>
        <a:buChar char="•"/>
        <a:defRPr sz="6548" kern="1200">
          <a:solidFill>
            <a:schemeClr val="tx1"/>
          </a:solidFill>
          <a:latin typeface="+mn-lt"/>
          <a:ea typeface="+mn-ea"/>
          <a:cs typeface="+mn-cs"/>
        </a:defRPr>
      </a:lvl1pPr>
      <a:lvl2pPr marL="1603743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5612" kern="1200">
          <a:solidFill>
            <a:schemeClr val="tx1"/>
          </a:solidFill>
          <a:latin typeface="+mn-lt"/>
          <a:ea typeface="+mn-ea"/>
          <a:cs typeface="+mn-cs"/>
        </a:defRPr>
      </a:lvl2pPr>
      <a:lvl3pPr marL="2672906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677" kern="1200">
          <a:solidFill>
            <a:schemeClr val="tx1"/>
          </a:solidFill>
          <a:latin typeface="+mn-lt"/>
          <a:ea typeface="+mn-ea"/>
          <a:cs typeface="+mn-cs"/>
        </a:defRPr>
      </a:lvl3pPr>
      <a:lvl4pPr marL="3742068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4pPr>
      <a:lvl5pPr marL="4811230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5pPr>
      <a:lvl6pPr marL="5880392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6pPr>
      <a:lvl7pPr marL="6949554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7pPr>
      <a:lvl8pPr marL="8018717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8pPr>
      <a:lvl9pPr marL="9087879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1pPr>
      <a:lvl2pPr marL="1069162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2pPr>
      <a:lvl3pPr marL="2138324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3pPr>
      <a:lvl4pPr marL="3207487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4pPr>
      <a:lvl5pPr marL="4276649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5pPr>
      <a:lvl6pPr marL="5345811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6pPr>
      <a:lvl7pPr marL="6414973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7pPr>
      <a:lvl8pPr marL="7484135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8pPr>
      <a:lvl9pPr marL="8553298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emf"/><Relationship Id="rId7" Type="http://schemas.openxmlformats.org/officeDocument/2006/relationships/image" Target="../media/image6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F2E2D-CBE6-7F59-982E-023E53CE8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F97BC4-AD18-2687-3832-75E9D6D824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3771" y="1955911"/>
            <a:ext cx="4130635" cy="1000286"/>
          </a:xfrm>
        </p:spPr>
        <p:txBody>
          <a:bodyPr anchor="t" anchorCtr="0">
            <a:normAutofit/>
          </a:bodyPr>
          <a:lstStyle/>
          <a:p>
            <a:pPr algn="l"/>
            <a:r>
              <a:rPr lang="de-DE" sz="1700" b="1">
                <a:latin typeface="Calibri" charset="0"/>
                <a:ea typeface="Calibri" charset="0"/>
                <a:cs typeface="Calibri" charset="0"/>
              </a:rPr>
              <a:t>Höhere Technische Bundeslehr- </a:t>
            </a:r>
            <a:br>
              <a:rPr lang="de-DE" sz="1700" b="1">
                <a:latin typeface="Calibri" charset="0"/>
                <a:ea typeface="Calibri" charset="0"/>
                <a:cs typeface="Calibri" charset="0"/>
              </a:rPr>
            </a:br>
            <a:r>
              <a:rPr lang="de-DE" sz="1700" b="1">
                <a:latin typeface="Calibri" charset="0"/>
                <a:ea typeface="Calibri" charset="0"/>
                <a:cs typeface="Calibri" charset="0"/>
              </a:rPr>
              <a:t>und Versuchsanstalt Dornbirn</a:t>
            </a:r>
            <a:br>
              <a:rPr lang="de-DE" sz="1700"/>
            </a:br>
            <a:r>
              <a:rPr lang="de-DE" sz="1700" err="1"/>
              <a:t>Höchsterstraße</a:t>
            </a:r>
            <a:r>
              <a:rPr lang="de-DE" sz="1700"/>
              <a:t> 73, 6850 Dornbirn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630E99C-942B-81CF-961C-252A6B7595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03771" y="3823855"/>
            <a:ext cx="14564483" cy="4447309"/>
          </a:xfrm>
        </p:spPr>
        <p:txBody>
          <a:bodyPr>
            <a:normAutofit/>
          </a:bodyPr>
          <a:lstStyle/>
          <a:p>
            <a:pPr algn="l"/>
            <a:r>
              <a:rPr lang="de-DE" sz="8000" b="1" dirty="0">
                <a:solidFill>
                  <a:schemeClr val="accent1"/>
                </a:solidFill>
              </a:rPr>
              <a:t>Immersive Technologien im Bildungsbereich</a:t>
            </a:r>
            <a:br>
              <a:rPr lang="de-DE" sz="8000" dirty="0"/>
            </a:br>
            <a:r>
              <a:rPr lang="de-DE" sz="7100" dirty="0">
                <a:latin typeface="+mj-lt"/>
              </a:rPr>
              <a:t>Analyse und Implementierung einer Lernplattform</a:t>
            </a:r>
            <a:endParaRPr lang="de-DE" sz="8000" dirty="0">
              <a:latin typeface="+mj-lt"/>
            </a:endParaRP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BD644379-CD84-6C3C-C095-55FCD1778320}"/>
              </a:ext>
            </a:extLst>
          </p:cNvPr>
          <p:cNvSpPr txBox="1">
            <a:spLocks/>
          </p:cNvSpPr>
          <p:nvPr/>
        </p:nvSpPr>
        <p:spPr>
          <a:xfrm>
            <a:off x="7747611" y="1995609"/>
            <a:ext cx="7364203" cy="993056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algn="ctr" defTabSz="2138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3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sz="2800" b="1">
                <a:solidFill>
                  <a:srgbClr val="5FB4D4"/>
                </a:solidFill>
                <a:latin typeface="+mn-lt"/>
                <a:ea typeface="Calibri" charset="0"/>
                <a:cs typeface="Calibri" charset="0"/>
              </a:rPr>
              <a:t>Wirtschaftsingenieure</a:t>
            </a:r>
          </a:p>
          <a:p>
            <a:pPr algn="l"/>
            <a:r>
              <a:rPr lang="de-DE" sz="2000">
                <a:solidFill>
                  <a:srgbClr val="5FB4D4"/>
                </a:solidFill>
                <a:latin typeface="+mn-lt"/>
                <a:ea typeface="Calibri" charset="0"/>
                <a:cs typeface="Calibri" charset="0"/>
              </a:rPr>
              <a:t>Betriebsinformatik / Fachschule für Informationstechnologie</a:t>
            </a:r>
            <a:endParaRPr lang="de-DE" sz="2000">
              <a:solidFill>
                <a:srgbClr val="5FB4D4"/>
              </a:solidFill>
              <a:latin typeface="+mn-lt"/>
            </a:endParaRP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FAFE7BA8-9C80-D849-0F5D-ADC1DC93A473}"/>
              </a:ext>
            </a:extLst>
          </p:cNvPr>
          <p:cNvSpPr txBox="1">
            <a:spLocks/>
          </p:cNvSpPr>
          <p:nvPr/>
        </p:nvSpPr>
        <p:spPr>
          <a:xfrm>
            <a:off x="1603771" y="27327694"/>
            <a:ext cx="4880157" cy="11833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2138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3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sz="1700" b="1" dirty="0">
                <a:latin typeface="Calibri" charset="0"/>
                <a:ea typeface="Calibri" charset="0"/>
                <a:cs typeface="Calibri" charset="0"/>
              </a:rPr>
              <a:t>Projektbetreuer</a:t>
            </a:r>
          </a:p>
          <a:p>
            <a:pPr algn="l"/>
            <a:r>
              <a:rPr lang="de-DE" sz="1700" b="1" dirty="0">
                <a:latin typeface="Calibri" charset="0"/>
                <a:ea typeface="Calibri" charset="0"/>
                <a:cs typeface="Calibri" charset="0"/>
              </a:rPr>
              <a:t>Prof. Mag. Diethard Kaufman| HTL</a:t>
            </a:r>
          </a:p>
          <a:p>
            <a:pPr algn="l"/>
            <a:r>
              <a:rPr lang="de-DE" sz="1700" b="1" dirty="0">
                <a:latin typeface="Calibri" charset="0"/>
                <a:ea typeface="Calibri" charset="0"/>
                <a:cs typeface="Calibri" charset="0"/>
              </a:rPr>
              <a:t>Peter Hoffmann| FH Dornbirn</a:t>
            </a:r>
          </a:p>
          <a:p>
            <a:pPr algn="l"/>
            <a:endParaRPr lang="de-DE" sz="1700" dirty="0"/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C5078C2C-9E99-CFBB-444C-86537D85F848}"/>
              </a:ext>
            </a:extLst>
          </p:cNvPr>
          <p:cNvSpPr txBox="1">
            <a:spLocks/>
          </p:cNvSpPr>
          <p:nvPr/>
        </p:nvSpPr>
        <p:spPr>
          <a:xfrm>
            <a:off x="5995662" y="27327693"/>
            <a:ext cx="4880157" cy="11833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2138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3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sz="1700" b="1" dirty="0">
                <a:latin typeface="Calibri" charset="0"/>
                <a:ea typeface="Calibri" charset="0"/>
                <a:cs typeface="Calibri" charset="0"/>
              </a:rPr>
              <a:t>Projektmitglieder</a:t>
            </a:r>
          </a:p>
          <a:p>
            <a:pPr algn="l"/>
            <a:r>
              <a:rPr lang="de-DE" sz="1700" b="1" dirty="0">
                <a:latin typeface="Calibri" charset="0"/>
                <a:ea typeface="Calibri" charset="0"/>
                <a:cs typeface="Calibri" charset="0"/>
              </a:rPr>
              <a:t>Burak Koc</a:t>
            </a:r>
          </a:p>
          <a:p>
            <a:pPr algn="l"/>
            <a:r>
              <a:rPr lang="de-DE" sz="1700" b="1" dirty="0">
                <a:latin typeface="Calibri" charset="0"/>
                <a:ea typeface="Calibri" charset="0"/>
                <a:cs typeface="Calibri" charset="0"/>
              </a:rPr>
              <a:t>Gideon Rüscher</a:t>
            </a:r>
          </a:p>
          <a:p>
            <a:pPr algn="l"/>
            <a:r>
              <a:rPr lang="de-DE" sz="1700" b="1" dirty="0">
                <a:latin typeface="+mn-lt"/>
              </a:rPr>
              <a:t>Noah </a:t>
            </a:r>
            <a:r>
              <a:rPr lang="de-DE" sz="1700" b="1" dirty="0" err="1">
                <a:latin typeface="+mn-lt"/>
              </a:rPr>
              <a:t>Simma</a:t>
            </a:r>
            <a:endParaRPr lang="de-DE" sz="1700" b="1" dirty="0">
              <a:latin typeface="+mn-lt"/>
            </a:endParaRPr>
          </a:p>
        </p:txBody>
      </p:sp>
      <p:pic>
        <p:nvPicPr>
          <p:cNvPr id="7" name="Bild 6">
            <a:extLst>
              <a:ext uri="{FF2B5EF4-FFF2-40B4-BE49-F238E27FC236}">
                <a16:creationId xmlns:a16="http://schemas.microsoft.com/office/drawing/2014/main" id="{050CAE04-6DA2-21D7-B467-B2EFFA68C9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90652" y="27151013"/>
            <a:ext cx="2489200" cy="1536700"/>
          </a:xfrm>
          <a:prstGeom prst="rect">
            <a:avLst/>
          </a:prstGeom>
        </p:spPr>
      </p:pic>
      <p:pic>
        <p:nvPicPr>
          <p:cNvPr id="13" name="Bild 12">
            <a:extLst>
              <a:ext uri="{FF2B5EF4-FFF2-40B4-BE49-F238E27FC236}">
                <a16:creationId xmlns:a16="http://schemas.microsoft.com/office/drawing/2014/main" id="{3FB65E8D-F806-0AC7-E1D8-B00074F098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52272" y="27151013"/>
            <a:ext cx="355600" cy="3124200"/>
          </a:xfrm>
          <a:prstGeom prst="rect">
            <a:avLst/>
          </a:prstGeom>
        </p:spPr>
      </p:pic>
      <p:cxnSp>
        <p:nvCxnSpPr>
          <p:cNvPr id="17" name="Gerade Verbindung 16">
            <a:extLst>
              <a:ext uri="{FF2B5EF4-FFF2-40B4-BE49-F238E27FC236}">
                <a16:creationId xmlns:a16="http://schemas.microsoft.com/office/drawing/2014/main" id="{A1F31E3F-3A7E-2B88-61C9-5B74A37066BE}"/>
              </a:ext>
            </a:extLst>
          </p:cNvPr>
          <p:cNvCxnSpPr>
            <a:cxnSpLocks/>
          </p:cNvCxnSpPr>
          <p:nvPr/>
        </p:nvCxnSpPr>
        <p:spPr>
          <a:xfrm>
            <a:off x="1437597" y="8668512"/>
            <a:ext cx="1773282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Gerade Verbindung 18">
            <a:extLst>
              <a:ext uri="{FF2B5EF4-FFF2-40B4-BE49-F238E27FC236}">
                <a16:creationId xmlns:a16="http://schemas.microsoft.com/office/drawing/2014/main" id="{E0B08BAD-D21C-7DDD-1E6A-AF3616E55D10}"/>
              </a:ext>
            </a:extLst>
          </p:cNvPr>
          <p:cNvCxnSpPr>
            <a:cxnSpLocks/>
          </p:cNvCxnSpPr>
          <p:nvPr/>
        </p:nvCxnSpPr>
        <p:spPr>
          <a:xfrm>
            <a:off x="1443780" y="26444449"/>
            <a:ext cx="177336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2" name="Bild 21">
            <a:extLst>
              <a:ext uri="{FF2B5EF4-FFF2-40B4-BE49-F238E27FC236}">
                <a16:creationId xmlns:a16="http://schemas.microsoft.com/office/drawing/2014/main" id="{26865883-1C8B-ECE5-0087-E752ACF84F6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995662" y="1557984"/>
            <a:ext cx="1613452" cy="1613452"/>
          </a:xfrm>
          <a:prstGeom prst="rect">
            <a:avLst/>
          </a:prstGeom>
        </p:spPr>
      </p:pic>
      <p:pic>
        <p:nvPicPr>
          <p:cNvPr id="8" name="Grafik 8">
            <a:extLst>
              <a:ext uri="{FF2B5EF4-FFF2-40B4-BE49-F238E27FC236}">
                <a16:creationId xmlns:a16="http://schemas.microsoft.com/office/drawing/2014/main" id="{654EBB19-71E3-ACEA-F5F3-AC73CB8AAE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29510" y="1571930"/>
            <a:ext cx="2740916" cy="3226003"/>
          </a:xfrm>
          <a:prstGeom prst="rect">
            <a:avLst/>
          </a:prstGeom>
        </p:spPr>
      </p:pic>
      <p:sp>
        <p:nvSpPr>
          <p:cNvPr id="36" name="Textfeld 35">
            <a:extLst>
              <a:ext uri="{FF2B5EF4-FFF2-40B4-BE49-F238E27FC236}">
                <a16:creationId xmlns:a16="http://schemas.microsoft.com/office/drawing/2014/main" id="{0EA4F647-DA0C-198D-7209-C6A89602C982}"/>
              </a:ext>
            </a:extLst>
          </p:cNvPr>
          <p:cNvSpPr txBox="1"/>
          <p:nvPr/>
        </p:nvSpPr>
        <p:spPr>
          <a:xfrm>
            <a:off x="1535521" y="12023645"/>
            <a:ext cx="92356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AT" sz="4800" b="1" dirty="0">
                <a:solidFill>
                  <a:srgbClr val="000000"/>
                </a:solidFill>
                <a:latin typeface="Abadi" panose="020B0604020104020204" pitchFamily="34" charset="0"/>
              </a:rPr>
              <a:t>Klassenraum in 3D</a:t>
            </a:r>
          </a:p>
        </p:txBody>
      </p:sp>
      <p:sp>
        <p:nvSpPr>
          <p:cNvPr id="11" name="TextBox 26">
            <a:extLst>
              <a:ext uri="{FF2B5EF4-FFF2-40B4-BE49-F238E27FC236}">
                <a16:creationId xmlns:a16="http://schemas.microsoft.com/office/drawing/2014/main" id="{7AF66260-EFA8-2698-B11A-10CE6FA393C7}"/>
              </a:ext>
            </a:extLst>
          </p:cNvPr>
          <p:cNvSpPr txBox="1"/>
          <p:nvPr/>
        </p:nvSpPr>
        <p:spPr>
          <a:xfrm>
            <a:off x="3061823" y="9292206"/>
            <a:ext cx="15259977" cy="9421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7667"/>
              </a:lnSpc>
              <a:spcBef>
                <a:spcPct val="0"/>
              </a:spcBef>
            </a:pPr>
            <a:r>
              <a:rPr lang="en-US" sz="5990" u="none" dirty="0" err="1">
                <a:solidFill>
                  <a:srgbClr val="000000"/>
                </a:solidFill>
                <a:latin typeface="Abadi" panose="020B0604020104020204" pitchFamily="34" charset="0"/>
                <a:ea typeface="Anton"/>
                <a:cs typeface="Anton"/>
                <a:sym typeface="Anton"/>
              </a:rPr>
              <a:t>Projektziel</a:t>
            </a:r>
            <a:r>
              <a:rPr lang="en-US" sz="5990" u="none" dirty="0">
                <a:solidFill>
                  <a:srgbClr val="000000"/>
                </a:solidFill>
                <a:latin typeface="Abadi" panose="020B0604020104020204" pitchFamily="34" charset="0"/>
                <a:ea typeface="Anton"/>
                <a:cs typeface="Anton"/>
                <a:sym typeface="Anton"/>
              </a:rPr>
              <a:t>:</a:t>
            </a:r>
          </a:p>
        </p:txBody>
      </p:sp>
      <p:sp>
        <p:nvSpPr>
          <p:cNvPr id="20" name="TextBox 27">
            <a:extLst>
              <a:ext uri="{FF2B5EF4-FFF2-40B4-BE49-F238E27FC236}">
                <a16:creationId xmlns:a16="http://schemas.microsoft.com/office/drawing/2014/main" id="{2E0272D7-3697-A436-5D97-A8B5B9004F64}"/>
              </a:ext>
            </a:extLst>
          </p:cNvPr>
          <p:cNvSpPr txBox="1"/>
          <p:nvPr/>
        </p:nvSpPr>
        <p:spPr>
          <a:xfrm>
            <a:off x="3061824" y="10222330"/>
            <a:ext cx="15116448" cy="9848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spcBef>
                <a:spcPct val="0"/>
              </a:spcBef>
            </a:pPr>
            <a:r>
              <a:rPr lang="de-DE" sz="3200" b="1" dirty="0">
                <a:solidFill>
                  <a:srgbClr val="000000"/>
                </a:solidFill>
                <a:latin typeface="Abadi" panose="020B0604020104020204" pitchFamily="34" charset="0"/>
                <a:ea typeface="Cooper Hewitt"/>
                <a:cs typeface="Cooper Hewitt"/>
                <a:sym typeface="Cooper Hewitt"/>
              </a:rPr>
              <a:t>Ein virtueller Klassenraum, der echtes Unterrichtsgefühl vermittelt, interaktive Aufgaben bietet und Lernfortschritte automatisch speichert und auswertet.</a:t>
            </a:r>
            <a:endParaRPr lang="en-US" sz="3200" b="1" dirty="0">
              <a:solidFill>
                <a:srgbClr val="000000"/>
              </a:solidFill>
              <a:latin typeface="Abadi" panose="020B0604020104020204" pitchFamily="34" charset="0"/>
              <a:ea typeface="Cooper Hewitt"/>
              <a:cs typeface="Cooper Hewitt"/>
              <a:sym typeface="Cooper Hewitt"/>
            </a:endParaRPr>
          </a:p>
        </p:txBody>
      </p:sp>
      <p:sp>
        <p:nvSpPr>
          <p:cNvPr id="54" name="Textfeld 53">
            <a:extLst>
              <a:ext uri="{FF2B5EF4-FFF2-40B4-BE49-F238E27FC236}">
                <a16:creationId xmlns:a16="http://schemas.microsoft.com/office/drawing/2014/main" id="{37BDDCDB-1635-607C-4F31-0C0929972A11}"/>
              </a:ext>
            </a:extLst>
          </p:cNvPr>
          <p:cNvSpPr txBox="1"/>
          <p:nvPr/>
        </p:nvSpPr>
        <p:spPr>
          <a:xfrm>
            <a:off x="12500023" y="19842900"/>
            <a:ext cx="72304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AT" sz="4000" b="1" dirty="0">
                <a:solidFill>
                  <a:srgbClr val="000000"/>
                </a:solidFill>
                <a:latin typeface="Abadi" panose="020F0502020204030204" pitchFamily="34" charset="0"/>
              </a:rPr>
              <a:t>Technologien / Methoden</a:t>
            </a:r>
          </a:p>
        </p:txBody>
      </p:sp>
      <p:sp>
        <p:nvSpPr>
          <p:cNvPr id="55" name="TextBox 27">
            <a:extLst>
              <a:ext uri="{FF2B5EF4-FFF2-40B4-BE49-F238E27FC236}">
                <a16:creationId xmlns:a16="http://schemas.microsoft.com/office/drawing/2014/main" id="{6E1B97CB-292B-365F-7FB3-8820BE64AA37}"/>
              </a:ext>
            </a:extLst>
          </p:cNvPr>
          <p:cNvSpPr txBox="1"/>
          <p:nvPr/>
        </p:nvSpPr>
        <p:spPr>
          <a:xfrm>
            <a:off x="12489700" y="20638465"/>
            <a:ext cx="11312048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spcBef>
                <a:spcPct val="0"/>
              </a:spcBef>
            </a:pPr>
            <a:r>
              <a:rPr lang="en-US" sz="3200" b="1" dirty="0">
                <a:solidFill>
                  <a:srgbClr val="000000"/>
                </a:solidFill>
                <a:latin typeface="Abadi" panose="020B0604020104020204" pitchFamily="34" charset="0"/>
                <a:ea typeface="Cooper Hewitt"/>
                <a:cs typeface="Cooper Hewitt"/>
                <a:sym typeface="Cooper Hewitt"/>
              </a:rPr>
              <a:t>Unity 2022.3 LTS</a:t>
            </a:r>
          </a:p>
        </p:txBody>
      </p:sp>
      <p:sp>
        <p:nvSpPr>
          <p:cNvPr id="56" name="TextBox 27">
            <a:extLst>
              <a:ext uri="{FF2B5EF4-FFF2-40B4-BE49-F238E27FC236}">
                <a16:creationId xmlns:a16="http://schemas.microsoft.com/office/drawing/2014/main" id="{7723FEBA-E54B-C39A-3239-05E71D5F68CC}"/>
              </a:ext>
            </a:extLst>
          </p:cNvPr>
          <p:cNvSpPr txBox="1"/>
          <p:nvPr/>
        </p:nvSpPr>
        <p:spPr>
          <a:xfrm>
            <a:off x="12489700" y="21282189"/>
            <a:ext cx="11312048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spcBef>
                <a:spcPct val="0"/>
              </a:spcBef>
            </a:pPr>
            <a:r>
              <a:rPr lang="en-US" sz="3200" b="1" dirty="0">
                <a:solidFill>
                  <a:srgbClr val="000000"/>
                </a:solidFill>
                <a:latin typeface="Abadi" panose="020B0604020104020204" pitchFamily="34" charset="0"/>
                <a:ea typeface="Cooper Hewitt"/>
                <a:cs typeface="Cooper Hewitt"/>
                <a:sym typeface="Cooper Hewitt"/>
              </a:rPr>
              <a:t>Spatial.io Creator Toolkit</a:t>
            </a:r>
          </a:p>
        </p:txBody>
      </p:sp>
      <p:sp>
        <p:nvSpPr>
          <p:cNvPr id="1042" name="Textfeld 1041">
            <a:extLst>
              <a:ext uri="{FF2B5EF4-FFF2-40B4-BE49-F238E27FC236}">
                <a16:creationId xmlns:a16="http://schemas.microsoft.com/office/drawing/2014/main" id="{1E7A1504-89C9-F313-7B65-D0A82FA64ACC}"/>
              </a:ext>
            </a:extLst>
          </p:cNvPr>
          <p:cNvSpPr txBox="1"/>
          <p:nvPr/>
        </p:nvSpPr>
        <p:spPr>
          <a:xfrm>
            <a:off x="1603771" y="17755903"/>
            <a:ext cx="108859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4800" b="1" dirty="0">
                <a:solidFill>
                  <a:srgbClr val="000000"/>
                </a:solidFill>
                <a:latin typeface="Abadi" panose="020B0604020104020204" pitchFamily="34" charset="0"/>
              </a:rPr>
              <a:t>Hintergrund und Nutzen</a:t>
            </a:r>
            <a:endParaRPr lang="de-AT" sz="4800" b="1" dirty="0">
              <a:solidFill>
                <a:srgbClr val="000000"/>
              </a:solidFill>
              <a:latin typeface="Abadi" panose="020B0604020104020204" pitchFamily="34" charset="0"/>
            </a:endParaRPr>
          </a:p>
        </p:txBody>
      </p:sp>
      <p:sp>
        <p:nvSpPr>
          <p:cNvPr id="1043" name="TextBox 27">
            <a:extLst>
              <a:ext uri="{FF2B5EF4-FFF2-40B4-BE49-F238E27FC236}">
                <a16:creationId xmlns:a16="http://schemas.microsoft.com/office/drawing/2014/main" id="{FEFCEA94-158D-F03F-8DC9-B385264EA811}"/>
              </a:ext>
            </a:extLst>
          </p:cNvPr>
          <p:cNvSpPr txBox="1"/>
          <p:nvPr/>
        </p:nvSpPr>
        <p:spPr>
          <a:xfrm>
            <a:off x="1563354" y="18789334"/>
            <a:ext cx="12368514" cy="32316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spcBef>
                <a:spcPct val="0"/>
              </a:spcBef>
            </a:pPr>
            <a:r>
              <a:rPr lang="de-DE" sz="3000" b="1" dirty="0">
                <a:solidFill>
                  <a:srgbClr val="000000"/>
                </a:solidFill>
                <a:latin typeface="Abadi" panose="020B0604020104020204" pitchFamily="34" charset="0"/>
                <a:ea typeface="Cooper Hewitt"/>
                <a:cs typeface="Cooper Hewitt"/>
                <a:sym typeface="Cooper Hewitt"/>
              </a:rPr>
              <a:t>Immersives Lernen ermöglicht </a:t>
            </a:r>
            <a:r>
              <a:rPr lang="de-DE" sz="3000" b="1" dirty="0" err="1">
                <a:solidFill>
                  <a:srgbClr val="000000"/>
                </a:solidFill>
                <a:latin typeface="Abadi" panose="020B0604020104020204" pitchFamily="34" charset="0"/>
                <a:ea typeface="Cooper Hewitt"/>
                <a:cs typeface="Cooper Hewitt"/>
                <a:sym typeface="Cooper Hewitt"/>
              </a:rPr>
              <a:t>Schüler:innen</a:t>
            </a:r>
            <a:r>
              <a:rPr lang="de-DE" sz="3000" b="1" dirty="0">
                <a:solidFill>
                  <a:srgbClr val="000000"/>
                </a:solidFill>
                <a:latin typeface="Abadi" panose="020B0604020104020204" pitchFamily="34" charset="0"/>
                <a:ea typeface="Cooper Hewitt"/>
                <a:cs typeface="Cooper Hewitt"/>
                <a:sym typeface="Cooper Hewitt"/>
              </a:rPr>
              <a:t>, aktiv in Lernumgebungen einzutauchen.</a:t>
            </a:r>
            <a:br>
              <a:rPr lang="de-DE" sz="3000" b="1" dirty="0">
                <a:solidFill>
                  <a:srgbClr val="000000"/>
                </a:solidFill>
                <a:latin typeface="Abadi" panose="020B0604020104020204" pitchFamily="34" charset="0"/>
                <a:ea typeface="Cooper Hewitt"/>
                <a:cs typeface="Cooper Hewitt"/>
                <a:sym typeface="Cooper Hewitt"/>
              </a:rPr>
            </a:br>
            <a:endParaRPr lang="de-DE" sz="3000" b="1" u="sng" dirty="0">
              <a:solidFill>
                <a:srgbClr val="000000"/>
              </a:solidFill>
              <a:latin typeface="Abadi" panose="020B0604020104020204" pitchFamily="34" charset="0"/>
              <a:ea typeface="Cooper Hewitt"/>
              <a:cs typeface="Cooper Hewitt"/>
              <a:sym typeface="Cooper Hewitt"/>
            </a:endParaRPr>
          </a:p>
          <a:p>
            <a:pPr lvl="0">
              <a:spcBef>
                <a:spcPct val="0"/>
              </a:spcBef>
            </a:pPr>
            <a:r>
              <a:rPr lang="de-DE" sz="3000" b="1" u="sng" dirty="0">
                <a:solidFill>
                  <a:srgbClr val="000000"/>
                </a:solidFill>
                <a:latin typeface="Abadi" panose="020B0604020104020204" pitchFamily="34" charset="0"/>
                <a:ea typeface="Cooper Hewitt"/>
                <a:cs typeface="Cooper Hewitt"/>
                <a:sym typeface="Cooper Hewitt"/>
              </a:rPr>
              <a:t>Der virtuelle Klassenraum bietet:</a:t>
            </a:r>
          </a:p>
          <a:p>
            <a:pPr marL="457200" lvl="0" indent="-45720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de-DE" sz="3000" b="1" dirty="0">
                <a:solidFill>
                  <a:srgbClr val="000000"/>
                </a:solidFill>
                <a:latin typeface="Abadi" panose="020B0604020104020204" pitchFamily="34" charset="0"/>
                <a:ea typeface="Cooper Hewitt"/>
                <a:cs typeface="Cooper Hewitt"/>
                <a:sym typeface="Cooper Hewitt"/>
              </a:rPr>
              <a:t>realitätsnahe Schulungs-Szenarien</a:t>
            </a:r>
          </a:p>
          <a:p>
            <a:pPr marL="457200" lvl="0" indent="-45720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de-DE" sz="3000" b="1" dirty="0">
                <a:solidFill>
                  <a:srgbClr val="000000"/>
                </a:solidFill>
                <a:latin typeface="Abadi" panose="020B0604020104020204" pitchFamily="34" charset="0"/>
                <a:ea typeface="Cooper Hewitt"/>
                <a:cs typeface="Cooper Hewitt"/>
                <a:sym typeface="Cooper Hewitt"/>
              </a:rPr>
              <a:t>ortsunabhängige Unterrichtsteilnahme</a:t>
            </a:r>
          </a:p>
          <a:p>
            <a:pPr marL="457200" lvl="0" indent="-45720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de-DE" sz="3000" b="1" dirty="0">
                <a:solidFill>
                  <a:srgbClr val="000000"/>
                </a:solidFill>
                <a:latin typeface="Abadi" panose="020B0604020104020204" pitchFamily="34" charset="0"/>
                <a:ea typeface="Cooper Hewitt"/>
                <a:cs typeface="Cooper Hewitt"/>
                <a:sym typeface="Cooper Hewitt"/>
              </a:rPr>
              <a:t>höhere Motivation &amp; Interaktivität</a:t>
            </a:r>
          </a:p>
        </p:txBody>
      </p:sp>
      <p:sp>
        <p:nvSpPr>
          <p:cNvPr id="1044" name="Textfeld 1043">
            <a:extLst>
              <a:ext uri="{FF2B5EF4-FFF2-40B4-BE49-F238E27FC236}">
                <a16:creationId xmlns:a16="http://schemas.microsoft.com/office/drawing/2014/main" id="{D4A8C0DC-F76E-2AF5-F1C4-65E41E2937C8}"/>
              </a:ext>
            </a:extLst>
          </p:cNvPr>
          <p:cNvSpPr txBox="1"/>
          <p:nvPr/>
        </p:nvSpPr>
        <p:spPr>
          <a:xfrm>
            <a:off x="11401550" y="12226079"/>
            <a:ext cx="85444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4800" b="1" dirty="0">
                <a:solidFill>
                  <a:srgbClr val="000000"/>
                </a:solidFill>
                <a:latin typeface="Abadi" panose="020B0604020104020204" pitchFamily="34" charset="0"/>
              </a:rPr>
              <a:t>Funktionsweise</a:t>
            </a:r>
            <a:endParaRPr lang="de-AT" sz="4800" b="1" dirty="0">
              <a:solidFill>
                <a:srgbClr val="000000"/>
              </a:solidFill>
              <a:latin typeface="Abadi" panose="020B0604020104020204" pitchFamily="34" charset="0"/>
            </a:endParaRPr>
          </a:p>
        </p:txBody>
      </p:sp>
      <p:sp>
        <p:nvSpPr>
          <p:cNvPr id="1045" name="TextBox 27">
            <a:extLst>
              <a:ext uri="{FF2B5EF4-FFF2-40B4-BE49-F238E27FC236}">
                <a16:creationId xmlns:a16="http://schemas.microsoft.com/office/drawing/2014/main" id="{E13AD933-2E73-C966-DBC9-BC4ADF342A2F}"/>
              </a:ext>
            </a:extLst>
          </p:cNvPr>
          <p:cNvSpPr txBox="1"/>
          <p:nvPr/>
        </p:nvSpPr>
        <p:spPr>
          <a:xfrm>
            <a:off x="11436508" y="13115373"/>
            <a:ext cx="8343344" cy="32316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lvl="0" indent="-45720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de-DE" sz="3000" b="1" dirty="0">
                <a:solidFill>
                  <a:srgbClr val="000000"/>
                </a:solidFill>
                <a:latin typeface="Abadi" panose="020B0604020104020204" pitchFamily="34" charset="0"/>
                <a:ea typeface="Cooper Hewitt"/>
                <a:cs typeface="Cooper Hewitt"/>
                <a:sym typeface="Cooper Hewitt"/>
              </a:rPr>
              <a:t>Lernende betreten den virtuellen Raum</a:t>
            </a:r>
            <a:br>
              <a:rPr lang="de-DE" sz="3000" b="1" dirty="0">
                <a:solidFill>
                  <a:srgbClr val="000000"/>
                </a:solidFill>
                <a:latin typeface="Abadi" panose="020B0604020104020204" pitchFamily="34" charset="0"/>
                <a:ea typeface="Cooper Hewitt"/>
                <a:cs typeface="Cooper Hewitt"/>
                <a:sym typeface="Cooper Hewitt"/>
              </a:rPr>
            </a:br>
            <a:endParaRPr lang="de-DE" sz="3000" b="1" dirty="0">
              <a:solidFill>
                <a:srgbClr val="000000"/>
              </a:solidFill>
              <a:latin typeface="Abadi" panose="020B0604020104020204" pitchFamily="34" charset="0"/>
              <a:ea typeface="Cooper Hewitt"/>
              <a:cs typeface="Cooper Hewitt"/>
              <a:sym typeface="Cooper Hewitt"/>
            </a:endParaRPr>
          </a:p>
          <a:p>
            <a:pPr marL="457200" lvl="0" indent="-45720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de-DE" sz="3000" b="1" dirty="0">
                <a:solidFill>
                  <a:srgbClr val="000000"/>
                </a:solidFill>
                <a:latin typeface="Abadi" panose="020B0604020104020204" pitchFamily="34" charset="0"/>
                <a:ea typeface="Cooper Hewitt"/>
                <a:cs typeface="Cooper Hewitt"/>
                <a:sym typeface="Cooper Hewitt"/>
              </a:rPr>
              <a:t>Teacher steuert Quiz, </a:t>
            </a:r>
            <a:r>
              <a:rPr lang="de-DE" sz="3000" b="1" dirty="0" err="1">
                <a:solidFill>
                  <a:srgbClr val="000000"/>
                </a:solidFill>
                <a:latin typeface="Abadi" panose="020B0604020104020204" pitchFamily="34" charset="0"/>
                <a:ea typeface="Cooper Hewitt"/>
                <a:cs typeface="Cooper Hewitt"/>
                <a:sym typeface="Cooper Hewitt"/>
              </a:rPr>
              <a:t>Teleport</a:t>
            </a:r>
            <a:r>
              <a:rPr lang="de-DE" sz="3000" b="1" dirty="0">
                <a:solidFill>
                  <a:srgbClr val="000000"/>
                </a:solidFill>
                <a:latin typeface="Abadi" panose="020B0604020104020204" pitchFamily="34" charset="0"/>
                <a:ea typeface="Cooper Hewitt"/>
                <a:cs typeface="Cooper Hewitt"/>
                <a:sym typeface="Cooper Hewitt"/>
              </a:rPr>
              <a:t>, Kontrolle</a:t>
            </a:r>
            <a:br>
              <a:rPr lang="de-DE" sz="3000" b="1" dirty="0">
                <a:solidFill>
                  <a:srgbClr val="000000"/>
                </a:solidFill>
                <a:latin typeface="Abadi" panose="020B0604020104020204" pitchFamily="34" charset="0"/>
                <a:ea typeface="Cooper Hewitt"/>
                <a:cs typeface="Cooper Hewitt"/>
                <a:sym typeface="Cooper Hewitt"/>
              </a:rPr>
            </a:br>
            <a:endParaRPr lang="de-DE" sz="3000" b="1" dirty="0">
              <a:solidFill>
                <a:srgbClr val="000000"/>
              </a:solidFill>
              <a:latin typeface="Abadi" panose="020B0604020104020204" pitchFamily="34" charset="0"/>
              <a:ea typeface="Cooper Hewitt"/>
              <a:cs typeface="Cooper Hewitt"/>
              <a:sym typeface="Cooper Hewitt"/>
            </a:endParaRPr>
          </a:p>
          <a:p>
            <a:pPr marL="457200" lvl="0" indent="-45720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de-DE" sz="3000" b="1" dirty="0">
                <a:solidFill>
                  <a:srgbClr val="000000"/>
                </a:solidFill>
                <a:latin typeface="Abadi" panose="020B0604020104020204" pitchFamily="34" charset="0"/>
                <a:ea typeface="Cooper Hewitt"/>
                <a:cs typeface="Cooper Hewitt"/>
                <a:sym typeface="Cooper Hewitt"/>
              </a:rPr>
              <a:t>Automatische Speicherung aller Antworten</a:t>
            </a:r>
            <a:br>
              <a:rPr lang="de-DE" sz="3000" b="1" dirty="0">
                <a:solidFill>
                  <a:srgbClr val="000000"/>
                </a:solidFill>
                <a:latin typeface="Abadi" panose="020B0604020104020204" pitchFamily="34" charset="0"/>
                <a:ea typeface="Cooper Hewitt"/>
                <a:cs typeface="Cooper Hewitt"/>
                <a:sym typeface="Cooper Hewitt"/>
              </a:rPr>
            </a:br>
            <a:endParaRPr lang="de-DE" sz="3000" b="1" dirty="0">
              <a:solidFill>
                <a:srgbClr val="000000"/>
              </a:solidFill>
              <a:latin typeface="Abadi" panose="020B0604020104020204" pitchFamily="34" charset="0"/>
              <a:ea typeface="Cooper Hewitt"/>
              <a:cs typeface="Cooper Hewitt"/>
              <a:sym typeface="Cooper Hewitt"/>
            </a:endParaRPr>
          </a:p>
          <a:p>
            <a:pPr marL="457200" lvl="0" indent="-45720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de-DE" sz="3000" b="1" dirty="0">
                <a:solidFill>
                  <a:srgbClr val="000000"/>
                </a:solidFill>
                <a:latin typeface="Abadi" panose="020B0604020104020204" pitchFamily="34" charset="0"/>
                <a:ea typeface="Cooper Hewitt"/>
                <a:cs typeface="Cooper Hewitt"/>
                <a:sym typeface="Cooper Hewitt"/>
              </a:rPr>
              <a:t>Export als CSV für Lehrer</a:t>
            </a:r>
            <a:endParaRPr lang="en-US" sz="3000" b="1" dirty="0">
              <a:solidFill>
                <a:srgbClr val="000000"/>
              </a:solidFill>
              <a:latin typeface="Abadi" panose="020B0604020104020204" pitchFamily="34" charset="0"/>
              <a:ea typeface="Cooper Hewitt"/>
              <a:cs typeface="Cooper Hewitt"/>
              <a:sym typeface="Cooper Hewitt"/>
            </a:endParaRPr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E1AB298F-65EE-83FA-5AC0-175C49F2B9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7597" y="12815365"/>
            <a:ext cx="9553708" cy="4679015"/>
          </a:xfrm>
          <a:prstGeom prst="rect">
            <a:avLst/>
          </a:prstGeom>
        </p:spPr>
      </p:pic>
      <p:pic>
        <p:nvPicPr>
          <p:cNvPr id="51" name="Grafik 50" descr="Ein Bild, das Schwarz, Dunkelheit enthält.&#10;&#10;KI-generierte Inhalte können fehlerhaft sein.">
            <a:extLst>
              <a:ext uri="{FF2B5EF4-FFF2-40B4-BE49-F238E27FC236}">
                <a16:creationId xmlns:a16="http://schemas.microsoft.com/office/drawing/2014/main" id="{D5787948-950A-931F-F6C8-BF19F21AB4E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07121" y="22359594"/>
            <a:ext cx="3746248" cy="3746248"/>
          </a:xfrm>
          <a:prstGeom prst="rect">
            <a:avLst/>
          </a:prstGeom>
        </p:spPr>
      </p:pic>
      <p:pic>
        <p:nvPicPr>
          <p:cNvPr id="14" name="Grafik 13" descr="Ein Bild, das Schwarz, Dunkelheit, Schwarzweiß enthält.&#10;&#10;KI-generierte Inhalte können fehlerhaft sein.">
            <a:extLst>
              <a:ext uri="{FF2B5EF4-FFF2-40B4-BE49-F238E27FC236}">
                <a16:creationId xmlns:a16="http://schemas.microsoft.com/office/drawing/2014/main" id="{2724A14E-8860-D49A-B475-D1235490BCE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75768" y="22163718"/>
            <a:ext cx="6051563" cy="403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8521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Design">
  <a:themeElements>
    <a:clrScheme name="Office-Design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-Desig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Design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D437EADCC8D6C14282CC1A8AC01EBAF9" ma:contentTypeVersion="5" ma:contentTypeDescription="Ein neues Dokument erstellen." ma:contentTypeScope="" ma:versionID="d0c5e7bba22ec5760c9f2630a57c39e0">
  <xsd:schema xmlns:xsd="http://www.w3.org/2001/XMLSchema" xmlns:xs="http://www.w3.org/2001/XMLSchema" xmlns:p="http://schemas.microsoft.com/office/2006/metadata/properties" xmlns:ns2="3d382e13-0575-4aff-9ced-4d7d55e794b8" xmlns:ns3="c12f7abe-c97c-4906-94c3-9b703e268520" targetNamespace="http://schemas.microsoft.com/office/2006/metadata/properties" ma:root="true" ma:fieldsID="d20e7f063a7969b36eee773ee0efa879" ns2:_="" ns3:_="">
    <xsd:import namespace="3d382e13-0575-4aff-9ced-4d7d55e794b8"/>
    <xsd:import namespace="c12f7abe-c97c-4906-94c3-9b703e268520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382e13-0575-4aff-9ced-4d7d55e794b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Freigegeben für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Freigegeben für -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12f7abe-c97c-4906-94c3-9b703e26852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503B2D5-7A42-4691-A51C-D785B41F129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8E491B9-6057-420E-92E7-FE58749E81BD}">
  <ds:schemaRefs>
    <ds:schemaRef ds:uri="http://schemas.microsoft.com/office/2006/metadata/properties"/>
    <ds:schemaRef ds:uri="http://schemas.microsoft.com/office/infopath/2007/PartnerControls"/>
    <ds:schemaRef ds:uri="http://schemas.microsoft.com/office/2006/documentManagement/types"/>
    <ds:schemaRef ds:uri="http://www.w3.org/XML/1998/namespace"/>
    <ds:schemaRef ds:uri="http://purl.org/dc/elements/1.1/"/>
    <ds:schemaRef ds:uri="http://purl.org/dc/dcmitype/"/>
    <ds:schemaRef ds:uri="3d382e13-0575-4aff-9ced-4d7d55e794b8"/>
    <ds:schemaRef ds:uri="c12f7abe-c97c-4906-94c3-9b703e268520"/>
    <ds:schemaRef ds:uri="http://purl.org/dc/terms/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55488188-2522-413C-B1D4-95337E17CE0D}">
  <ds:schemaRefs>
    <ds:schemaRef ds:uri="3d382e13-0575-4aff-9ced-4d7d55e794b8"/>
    <ds:schemaRef ds:uri="c12f7abe-c97c-4906-94c3-9b703e26852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139</Words>
  <Application>Microsoft Office PowerPoint</Application>
  <PresentationFormat>Benutzerdefiniert</PresentationFormat>
  <Paragraphs>28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Abadi</vt:lpstr>
      <vt:lpstr>Arial</vt:lpstr>
      <vt:lpstr>Calibri</vt:lpstr>
      <vt:lpstr>Calibri Light</vt:lpstr>
      <vt:lpstr>Office-Design</vt:lpstr>
      <vt:lpstr>Höhere Technische Bundeslehr-  und Versuchsanstalt Dornbirn Höchsterstraße 73, 6850 Dornbirn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Höhere Technische Bundeslehr-  und Versuchsanstalt Dornbirn Höchsterstraße 63, 6850 Dornbirn</dc:title>
  <dc:creator>Baumgartner Lothar Christian</dc:creator>
  <cp:lastModifiedBy>Koc Burak</cp:lastModifiedBy>
  <cp:revision>4</cp:revision>
  <cp:lastPrinted>2015-10-18T11:17:11Z</cp:lastPrinted>
  <dcterms:created xsi:type="dcterms:W3CDTF">2015-10-18T11:14:35Z</dcterms:created>
  <dcterms:modified xsi:type="dcterms:W3CDTF">2025-11-21T13:58:19Z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0x010100D437EADCC8D6C14282CC1A8AC01EBAF9</vt:lpwstr>
  </property>
</Properties>
</file>